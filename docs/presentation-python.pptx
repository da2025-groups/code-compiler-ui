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Code Compiler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7D2FE"/>
                </a:solidFill>
              </a:defRPr>
            </a:pPr>
            <a:r>
              <a:t>HackerRank-style Competitive Coding System</a:t>
            </a:r>
          </a:p>
          <a:p>
            <a:r>
              <a:t>Automated Code Evaluation · Multi-language Support · Live 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7D2FE"/>
                </a:solidFill>
              </a:defRPr>
            </a:pPr>
            <a:r>
              <a:t>Team: Bala Vardhan Palli and Team</a:t>
            </a:r>
          </a:p>
          <a:p>
            <a:r>
              <a:t>Project #10 — Dr. Dhawaleswar Rao, SoET/CSE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46E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EDE9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3730A3"/>
                </a:solidFill>
              </a:defRPr>
            </a:pPr>
            <a:r>
              <a:t>🎨 FRONTEND — React + Vite + Monaco Editor</a:t>
            </a:r>
          </a:p>
          <a:p/>
          <a:p>
            <a:r>
              <a:t>Student: Playground · Problems · Code Editor · Leaderboard</a:t>
            </a:r>
          </a:p>
          <a:p>
            <a:r>
              <a:t>Admin: Question CRUD · Test Cases · Submissions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⬇️ REST API + JWT ⬇️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7680960" cy="1188720"/>
          </a:xfrm>
          <a:prstGeom prst="rect">
            <a:avLst/>
          </a:prstGeom>
          <a:solidFill>
            <a:srgbClr val="EDE9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3730A3"/>
                </a:solidFill>
              </a:defRPr>
            </a:pPr>
            <a:r>
              <a:t>⚙️ BACKEND — FastAPI + SQLite</a:t>
            </a:r>
          </a:p>
          <a:p/>
          <a:p>
            <a:r>
              <a:t>Routes: /auth · /questions · /submissions · /rankings · /admin</a:t>
            </a:r>
          </a:p>
          <a:p>
            <a:r>
              <a:t>Scoring: (passed_cases / total_cases) × 100 · DB: users, questions, submissions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⬇️ HTTP (Docker) ⬇️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7680960" cy="1188720"/>
          </a:xfrm>
          <a:prstGeom prst="rect">
            <a:avLst/>
          </a:prstGeom>
          <a:solidFill>
            <a:srgbClr val="EDE9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3730A3"/>
                </a:solidFill>
              </a:defRPr>
            </a:pPr>
            <a:r>
              <a:t>🔧 PISTON ENGINE — Multi-language Sandbox</a:t>
            </a:r>
          </a:p>
          <a:p/>
          <a:p>
            <a:r>
              <a:t>Input: { language, code, stdin } → Output: { stdout, stderr, time }</a:t>
            </a:r>
          </a:p>
          <a:p>
            <a:r>
              <a:t>Languages: Python · JavaScript · Java · C++ · Go · 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F46E5"/>
                </a:solidFill>
              </a:defRPr>
            </a:pPr>
            <a:r>
              <a:t>Tech Stack &amp; Quick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</a:defRPr>
            </a:pPr>
            <a:r>
              <a:t>Frontend: React 18 · Vite · Material UI · Monaco Editor</a:t>
            </a:r>
          </a:p>
          <a:p>
            <a:r>
              <a:t>Backend: FastAPI · SQLite · SQLAlchemy · JWT</a:t>
            </a:r>
          </a:p>
          <a:p>
            <a:r>
              <a:t>Execution: Piston (Docker) — 6 languages</a:t>
            </a:r>
          </a:p>
          <a:p>
            <a:r>
              <a:t>Deployment: Docker Compose · Makefile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0584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</a:defRPr>
            </a:pPr>
            <a:r>
              <a:t>Quick Start:</a:t>
            </a:r>
          </a:p>
          <a:p>
            <a:r>
              <a:t>  make setup        # Start backend</a:t>
            </a:r>
          </a:p>
          <a:p>
            <a:r>
              <a:t>  make seed         # Create questions</a:t>
            </a:r>
          </a:p>
          <a:p>
            <a:r>
              <a:t>  make frontend-dev # Launch UI</a:t>
            </a:r>
          </a:p>
          <a:p/>
          <a:p>
            <a:r>
              <a:t>Demo: http://localhost:5173</a:t>
            </a:r>
          </a:p>
          <a:p>
            <a:r>
              <a:t>Login: admin@platform.com / admin123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7680960" cy="1828800"/>
          </a:xfrm>
          <a:prstGeom prst="rect">
            <a:avLst/>
          </a:prstGeom>
          <a:solidFill>
            <a:srgbClr val="EDE9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defRPr sz="1600">
                <a:solidFill>
                  <a:srgbClr val="111827"/>
                </a:solidFill>
              </a:defRPr>
            </a:pPr>
            <a:r>
              <a:t>✅ Playground — Free editor with custom stdin</a:t>
            </a:r>
          </a:p>
          <a:p>
            <a:r>
              <a:t>✅ Questions — 11 problems (Easy/Medium) with sample I/O</a:t>
            </a:r>
          </a:p>
          <a:p>
            <a:r>
              <a:t>✅ Live Judge — Instant verdict table per test case</a:t>
            </a:r>
          </a:p>
          <a:p>
            <a:r>
              <a:t>✅ Leaderboard — Ranked by total score, then solved count</a:t>
            </a:r>
          </a:p>
          <a:p>
            <a:r>
              <a:t>✅ Admin Panel — Create/edit questions with JSON test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